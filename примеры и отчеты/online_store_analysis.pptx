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Анализ данных онлайн-магазина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Результаты анализа продаж и рейтингов товаров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Распределение рейтингов среди телевизоров</a:t>
            </a:r>
          </a:p>
        </p:txBody>
      </p:sp>
      <p:pic>
        <p:nvPicPr>
          <p:cNvPr id="3" name="Picture 2" descr="tv_rating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34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Распределение цен среди смартфонов</a:t>
            </a:r>
          </a:p>
        </p:txBody>
      </p:sp>
      <p:pic>
        <p:nvPicPr>
          <p:cNvPr id="3" name="Picture 2" descr="smartphone_pric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34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Стабильность рейтингов брендов</a:t>
            </a:r>
          </a:p>
        </p:txBody>
      </p:sp>
      <p:pic>
        <p:nvPicPr>
          <p:cNvPr id="3" name="Picture 2" descr="brand_stabil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34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Продажи по квартилям количества оценок</a:t>
            </a:r>
          </a:p>
        </p:txBody>
      </p:sp>
      <p:pic>
        <p:nvPicPr>
          <p:cNvPr id="3" name="Picture 2" descr="sales_by_rating_quar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340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