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📈 Анализ данных онлайн-магазина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Категория: toys, Бренд: все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ТОП Бренды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brand</a:t>
            </a:r>
          </a:p>
          <a:p>
            <a:r>
              <a:t>Hasbro          0.151132</a:t>
            </a:r>
          </a:p>
          <a:p>
            <a:r>
              <a:t>Spin Master     0.203835</a:t>
            </a:r>
          </a:p>
          <a:p>
            <a:r>
              <a:t>Mattel          0.266670</a:t>
            </a:r>
          </a:p>
          <a:p>
            <a:r>
              <a:t>Fisher-Price    0.287002</a:t>
            </a:r>
          </a:p>
          <a:p>
            <a:r>
              <a:t>LEGO            0.322161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Квартильные продажи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rating_quartile</a:t>
            </a:r>
          </a:p>
          <a:p>
            <a:r>
              <a:t>1-й квартиль     4850.0</a:t>
            </a:r>
          </a:p>
          <a:p>
            <a:r>
              <a:t>2-й квартиль    18025.0</a:t>
            </a:r>
          </a:p>
          <a:p>
            <a:r>
              <a:t>3-й квартиль    31574.0</a:t>
            </a:r>
          </a:p>
          <a:p>
            <a:r>
              <a:t>4-й квартиль    43862.0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Корреляция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                 price    rating  quantity_sold</a:t>
            </a:r>
          </a:p>
          <a:p>
            <a:r>
              <a:t>price          1.000000  0.671530      -0.004841</a:t>
            </a:r>
          </a:p>
          <a:p>
            <a:r>
              <a:t>rating         0.671530  1.000000      -0.007296</a:t>
            </a:r>
          </a:p>
          <a:p>
            <a:r>
              <a:t>quantity_sold -0.004841 -0.007296       1.000000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